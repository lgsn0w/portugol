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· PORTUGOL · REPETIÇÃO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229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 com enquanto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você NÃO sabe quantas vezes vai repetir.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377440"/>
            <a:ext cx="45720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514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para conta sozinho. O enquanto depende de uma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condição mudar.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38328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520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Hoje: validação, sentinela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2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menu que repete.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0" y="338328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FFF1F0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3520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Regra: todo enquanto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precisa ter fim.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· PORTUGOL · REPETIÇÃO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PONTE DO PARA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que importa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EEF2F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sabe o número de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repetições antes de começar.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42316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1A1F36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514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10 faca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escreval(i)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32461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Leia 30 notas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Mostre tabuada de 1 a 10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Repita 5 vezes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FF1F0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ENQUANTO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37760" y="1691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repete até uma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 mudar.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937760" y="242316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1A1F36"/>
          </a:solidFill>
          <a:ln/>
        </p:spPr>
      </p:sp>
      <p:sp>
        <p:nvSpPr>
          <p:cNvPr id="15" name="Text 12"/>
          <p:cNvSpPr/>
          <p:nvPr/>
        </p:nvSpPr>
        <p:spPr>
          <a:xfrm>
            <a:off x="5074920" y="2514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(condicao) faca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algo precisa mudar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fimenquanto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37760" y="32461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 senha até acertar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Leia notas até digitar -1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Repita menu até escolher sair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· PORTUGOL · REPETIÇÃO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DIRETA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para anda sozinho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28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PARA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1A1F36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459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algoritmo "ParaConta"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i: inteiro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 i de 1 ate 5 faca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escreval(i)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fimpara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fimalgoritmo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incremento automático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ENQUANTO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55448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1A1F36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16459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algoritmo "EnquantoConta"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i: inteiro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 &lt;- 1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enquanto (i &lt;= 5) faca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escreval(i)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&lt;- i + 1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fimenquanto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fimalgoritmo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54880" y="4023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incremento manual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saída. Controle diferente.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· PORTUGOL · REPETIÇÃO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DE MESA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valor de i muda?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28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PARA: o laço muda o i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1A1F36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3 faca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escreval(i)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3931920" cy="1188720"/>
        </p:xfrm>
        <a:graphic>
          <a:graphicData uri="http://schemas.openxmlformats.org/drawingml/2006/table">
            <a:tbl>
              <a:tblPr/>
              <a:tblGrid>
                <a:gridCol w="731520"/>
                <a:gridCol w="548640"/>
                <a:gridCol w="914400"/>
                <a:gridCol w="173736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impresso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próximo 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4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(sozinho)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(sozinho)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→ sai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ENQUANTO: o código muda o i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754880" y="160020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A1F36"/>
          </a:solidFill>
          <a:ln/>
        </p:spPr>
      </p:sp>
      <p:sp>
        <p:nvSpPr>
          <p:cNvPr id="11" name="Text 7"/>
          <p:cNvSpPr/>
          <p:nvPr/>
        </p:nvSpPr>
        <p:spPr>
          <a:xfrm>
            <a:off x="4892040" y="1691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&lt;- 1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(i &lt;= 3) faca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escreval(i)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 &lt;- i + 1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fimenquanto</a:t>
            </a:r>
            <a:endParaRPr lang="en-US" sz="10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743200"/>
          <a:ext cx="3931920" cy="1188720"/>
        </p:xfrm>
        <a:graphic>
          <a:graphicData uri="http://schemas.openxmlformats.org/drawingml/2006/table">
            <a:tbl>
              <a:tblPr/>
              <a:tblGrid>
                <a:gridCol w="731520"/>
                <a:gridCol w="548640"/>
                <a:gridCol w="914400"/>
                <a:gridCol w="173736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impresso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linha que muda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4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&lt;- i + 1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&lt;- i + 1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&lt;- i + 1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45720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para, a atualização do i fica escondida na estrutura.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75488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enquanto, a atualização precisa aparecer no código.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· PORTUGOL · REPETIÇÃO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CLÁSSICO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esquecer de mudar, trava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FF1F0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ERRADO: i nunca muda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1A1F3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874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&lt;- 1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(i &lt;= 5) faca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escreval(i)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faltou mudar o i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fimenquanto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29718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Condição começa verdadeira: i &lt;= 5.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bloco roda, mas i continua valendo 1.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próxima verificação, continua verdadeiro.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infinito.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EEF2FF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CERTO: i avança até sair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937760" y="178308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1A1F36"/>
          </a:solidFill>
          <a:ln/>
        </p:spPr>
      </p:sp>
      <p:sp>
        <p:nvSpPr>
          <p:cNvPr id="13" name="Text 10"/>
          <p:cNvSpPr/>
          <p:nvPr/>
        </p:nvSpPr>
        <p:spPr>
          <a:xfrm>
            <a:off x="5074920" y="1874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&lt;- 1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(i &lt;= 5) faca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escreval(i)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 &lt;- i + 1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fimenquanto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937760" y="29718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começa em 1.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cada volta, i aumenta 1.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i vira 6, i &lt;= 5 fica falso.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programa sai do enquanto.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· PORTUGOL · REPETIÇÃO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ESTRUTURA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do enquanto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"/>
            <a:ext cx="365760" cy="36576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502920"/>
            <a:ext cx="320040" cy="3200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280160"/>
            <a:ext cx="4572000" cy="3200400"/>
          </a:xfrm>
          <a:prstGeom prst="roundRect">
            <a:avLst>
              <a:gd name="adj" fmla="val 2286"/>
            </a:avLst>
          </a:prstGeom>
          <a:solidFill>
            <a:srgbClr val="1A1F36"/>
          </a:solidFill>
          <a:ln/>
        </p:spPr>
      </p:sp>
      <p:sp>
        <p:nvSpPr>
          <p:cNvPr id="7" name="Text 3"/>
          <p:cNvSpPr/>
          <p:nvPr/>
        </p:nvSpPr>
        <p:spPr>
          <a:xfrm>
            <a:off x="594360" y="1371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prepara a variável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escreva("Nota: ")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leia(nota)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testa a condição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(nota &lt; 0) ou (nota &gt; 10) faca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escreval("Inválida")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3) muda a variável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escreva("Nota: ")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leia(nota)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fimenquanto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303520" y="128016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</p:sp>
      <p:sp>
        <p:nvSpPr>
          <p:cNvPr id="9" name="Text 5"/>
          <p:cNvSpPr/>
          <p:nvPr/>
        </p:nvSpPr>
        <p:spPr>
          <a:xfrm>
            <a:off x="5486400" y="1325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48640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a variável que será testada.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303520" y="219456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0" y="2240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CONDIÇÃO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48640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loop roda enquanto ela for verdadeira.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303520" y="310896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FF1F0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0" y="3154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8640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 precisa mudar. Sem isso, vira loop infinito.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· PORTUGOL · REPETIÇÃO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perigo do loop infinito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FF1F0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ERRADO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874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leia(nota)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(nota &lt; 0) ou (nota &gt; 10) faca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escreval("Inválida")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fimenquanto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2834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nota nunca muda dentro do loop. Se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inválida, fica preso.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EEF2FF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937760" y="178308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1A1F36"/>
          </a:solidFill>
          <a:ln/>
        </p:spPr>
      </p:sp>
      <p:sp>
        <p:nvSpPr>
          <p:cNvPr id="13" name="Text 10"/>
          <p:cNvSpPr/>
          <p:nvPr/>
        </p:nvSpPr>
        <p:spPr>
          <a:xfrm>
            <a:off x="5074920" y="1874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leia(nota)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(nota &lt; 0) ou (nota &gt; 10) faca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escreval("Inválida")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leia(nota)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fimenquanto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937760" y="3017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nova leitura permite que a condição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2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fique falsa e o loop acabe.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· PORTUGOL · REPETIÇÃO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Validação: pedir até estar certo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EEF2F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loop roda enquanto a entrada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ERRADA.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4688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aluno acerta de primeira, o enquanto nem executa.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erra, o programa pede novamente.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condição é a regra de inválido.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FF1F0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37760" y="17830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1A1F36"/>
          </a:solidFill>
          <a:ln/>
        </p:spPr>
      </p:sp>
      <p:sp>
        <p:nvSpPr>
          <p:cNvPr id="12" name="Text 9"/>
          <p:cNvSpPr/>
          <p:nvPr/>
        </p:nvSpPr>
        <p:spPr>
          <a:xfrm>
            <a:off x="5074920" y="18745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escreva("Nota de 0 a 10: ")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leia(nota)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(nota &lt; 0) ou (nota &gt; 10) faca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escreval("Nota inválida!")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escreva("Digite novamente: ")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leia(nota)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fimenquanto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escreval("Nota aceita: ", nota)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· PORTUGOL · REPETIÇÃO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Rastreie a condição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EEF2F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 digitadas: -2, 11, 8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1488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A1F36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2402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leia(nota)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(nota &lt; 0) ou (nota &gt; 10) faca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escreval("Inválida")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leia(nota)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fimenquanto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escreval("Aceita")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3657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Pergunta: em qual valor o loop para?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DE MESA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828800"/>
          <a:ext cx="3566160" cy="118872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73736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inválida?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4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pede de novo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pede de novo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sai do loop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937760" y="3200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8 não entra no bloco do enquanto. Ele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 faz a condição ficar falsa.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· PORTUGOL · REPETIÇÃO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1 · 10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nota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EEF2F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 uma nota ao usuário.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Enquanto a nota for menor que 0 ou maior que 10, peça novamente.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for válida, mostre se passou: nota &gt;= 7.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Dica: o se/senão vem depois que a nota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foi validada.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FF1F0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ESPERADA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0" y="17830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leia(nota) antes do loop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enquanto nota inválida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leia(nota) dentro do loop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nota &gt;= 7 depois do loop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937760" y="301752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1A1F36"/>
          </a:solidFill>
          <a:ln/>
        </p:spPr>
      </p:sp>
      <p:sp>
        <p:nvSpPr>
          <p:cNvPr id="13" name="Text 10"/>
          <p:cNvSpPr/>
          <p:nvPr/>
        </p:nvSpPr>
        <p:spPr>
          <a:xfrm>
            <a:off x="5074920" y="3108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(nota &gt;= 7) entao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escreval("Aprovado")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senao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escreval("Reprovado")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· PORTUGOL · REPETIÇÃO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Sentinela: repetir até valor de parada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EEF2F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Sentinela é um valor combinado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parar.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3774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digitar 0 para sair.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de parada não entra na soma.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lê antes do loop e lê de novo no fim do bloco.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FF1F0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37760" y="1783080"/>
            <a:ext cx="3566160" cy="2560320"/>
          </a:xfrm>
          <a:prstGeom prst="roundRect">
            <a:avLst>
              <a:gd name="adj" fmla="val 2857"/>
            </a:avLst>
          </a:prstGeom>
          <a:solidFill>
            <a:srgbClr val="1A1F36"/>
          </a:solidFill>
          <a:ln/>
        </p:spPr>
      </p:sp>
      <p:sp>
        <p:nvSpPr>
          <p:cNvPr id="12" name="Text 9"/>
          <p:cNvSpPr/>
          <p:nvPr/>
        </p:nvSpPr>
        <p:spPr>
          <a:xfrm>
            <a:off x="5074920" y="18745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 &lt;- 0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 &lt;- 0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escreva("Número (0 para sair): ")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leia(num)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(num &lt;&gt; 0) faca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soma &lt;- soma + num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 &lt;- cont + 1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escreva("Número (0 para sair): ")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leia(num)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fimenquanto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· PORTUGOL · REPETIÇÃO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sentinela entra na soma?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EEF2F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Entradas: 8, 5, 3, 0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1488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A1F36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2402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 &lt;- 0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 &lt;- 0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leia(num)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(num &lt;&gt; 0) faca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soma &lt;- soma + num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 &lt;- cont + 1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leia(num)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fimenquanto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Pergunta: o 0 entra na soma?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DE MESA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828800"/>
          <a:ext cx="3566160" cy="1463040"/>
        </p:xfrm>
        <a:graphic>
          <a:graphicData uri="http://schemas.openxmlformats.org/drawingml/2006/table">
            <a:tbl>
              <a:tblPr/>
              <a:tblGrid>
                <a:gridCol w="640080"/>
                <a:gridCol w="1097280"/>
                <a:gridCol w="914400"/>
                <a:gridCol w="914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num&lt;&gt;0?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70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→ sai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93776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Não. O teste acontece antes de entrar no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2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· PORTUGOL · REPETIÇÃO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2 · 15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com sentinela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EEF2F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Leia números até o usuário digitar 0.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Mostre a soma dos números digitados.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Mostre quantos números foram digitados.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conte o 0.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FF1F0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ESQUELETO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0" y="1783080"/>
            <a:ext cx="3566160" cy="2560320"/>
          </a:xfrm>
          <a:prstGeom prst="roundRect">
            <a:avLst>
              <a:gd name="adj" fmla="val 2857"/>
            </a:avLst>
          </a:prstGeom>
          <a:solidFill>
            <a:srgbClr val="1A1F36"/>
          </a:solidFill>
          <a:ln/>
        </p:spPr>
      </p:sp>
      <p:sp>
        <p:nvSpPr>
          <p:cNvPr id="11" name="Text 8"/>
          <p:cNvSpPr/>
          <p:nvPr/>
        </p:nvSpPr>
        <p:spPr>
          <a:xfrm>
            <a:off x="5074920" y="18745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 &lt;- 0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 &lt;- 0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leia(num)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(num &lt;&gt; 0) faca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soma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conta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lê de novo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fimenquanto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escreval(soma)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escreval(cont)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· PORTUGOL · REPETIÇÃO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3 · 25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que repete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EEF2F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Mostre um menu: 1 - somar, 2 - subtrair, 3 - sair.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Enquanto a opção for diferente de 3, execute a opção escolhida.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cada operação, mostre o menu de novo.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 opção for inválida, avise o usuário.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 o enquanto controla a vida do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FF1F0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37760" y="1783080"/>
            <a:ext cx="3566160" cy="2560320"/>
          </a:xfrm>
          <a:prstGeom prst="roundRect">
            <a:avLst>
              <a:gd name="adj" fmla="val 2857"/>
            </a:avLst>
          </a:prstGeom>
          <a:solidFill>
            <a:srgbClr val="1A1F36"/>
          </a:solidFill>
          <a:ln/>
        </p:spPr>
      </p:sp>
      <p:sp>
        <p:nvSpPr>
          <p:cNvPr id="12" name="Text 9"/>
          <p:cNvSpPr/>
          <p:nvPr/>
        </p:nvSpPr>
        <p:spPr>
          <a:xfrm>
            <a:off x="5074920" y="18745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leia(opcao)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(opcao &lt;&gt; 3) faca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 (opcao = 1) entao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somar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senao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 (opcao = 2) entao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subtrair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senao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escreval("Inválida")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fimse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fimse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leia(opcao)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fimenquanto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· PORTUGOL · REPETIÇÃO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levamos de hoje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EEF2F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→ sei quantas vezes vou repetir.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enquanto → repito até a condição mudar.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→ roda enquanto a entrada está errada.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Sentinela → um valor combinado para parar.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→ repete até escolher sair.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FF1F0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CHECK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37760" y="1783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fica a primeira leitura?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causa loop infinito?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de parada entra na soma?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a diferença entre validação e sentinela?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37760" y="3383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aula: enquanto + se/senão em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2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maiores.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· PORTUGOL · REPETIÇÃO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Repetição com enquanto</dc:title>
  <dc:subject>PptxGenJS Presentation</dc:subject>
  <dc:creator>Lucas</dc:creator>
  <cp:lastModifiedBy>Lucas</cp:lastModifiedBy>
  <cp:revision>1</cp:revision>
  <dcterms:created xsi:type="dcterms:W3CDTF">2026-06-25T16:09:48Z</dcterms:created>
  <dcterms:modified xsi:type="dcterms:W3CDTF">2026-06-25T16:09:48Z</dcterms:modified>
</cp:coreProperties>
</file>